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CHATBOT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Retrieval-Based Conversational Agent built with Flask, NLTK &amp; scikit-learn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31750">
            <a:solidFill>
              <a:srgbClr val="2E74B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Flask  ·  NLTK  ·  scikit-learn  ·  SQLite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Walkthrough  ·  September 20,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self-contained, locally-hosted web chatbot that answers customer-support and FAQ-style questions — with no paid AI APIs involved.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queries against a curated FAQ set instead of generating free-form text.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open-source Python libraries — no API keys, no cost.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last topic to understand short follow-up questions.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46888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Logging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333756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exchange is saved to a local SQLite database.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chatbot without dependency on paid AI APIs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313432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7627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core NLP: tokenization, stop-word removal, lemmatization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79806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intent using TF-IDF vectorization + cosine similarity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557016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41985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basic multi-turn conversational context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4178808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04164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every conversation to SQLite for traceability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663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clean, responsive chat UI over a JSON REST endpoint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5422392"/>
            <a:ext cx="118872" cy="118872"/>
          </a:xfrm>
          <a:prstGeom prst="ellipse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285232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 at every layer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script.js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77640" y="182880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1965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45059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—  /chat, /reset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05156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1188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Engine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6733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nlp_engine.py + faq_data.py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2880360"/>
            <a:ext cx="3200400" cy="1234440"/>
          </a:xfrm>
          <a:prstGeom prst="roundRect">
            <a:avLst>
              <a:gd name="adj" fmla="val 518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3017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5021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→ chatbot.db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94760" y="2286000"/>
            <a:ext cx="182880" cy="365760"/>
          </a:xfrm>
          <a:prstGeom prst="rightArrow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286000"/>
            <a:ext cx="182880" cy="365760"/>
          </a:xfrm>
          <a:prstGeom prst="rightArrow">
            <a:avLst/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48056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user message → Flask validates &amp; reads session context → NLP engine matches intent via TF-IDF/cosine similarity → response + intent logged to SQLite → JSON reply rendered in the browser.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97680"/>
        </p:xfrm>
        <a:graphic>
          <a:graphicData uri="http://schemas.openxmlformats.org/drawingml/2006/table">
            <a:tbl>
              <a:tblPr/>
              <a:tblGrid>
                <a:gridCol w="2926080"/>
                <a:gridCol w="3566160"/>
                <a:gridCol w="4572000"/>
              </a:tblGrid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Backend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Python 3.9+, Flask 3.0.3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Web server, routing, session handling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NLP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NLTK 3.9.1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Tokenization, stop-words, lemmatization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Machine Learning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scikit-learn 1.5.2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TF-IDF vectorization, cosine similarity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Numerical Computing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NumPy 1.26.4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Array operations for scikit-learn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Database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SQLite (built-in)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Local conversation logging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HTML5 / CSS3 / JavaScript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</a:rPr>
                        <a:t>Chat UI and client-side logic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UNDERSTANDS YOU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→ remove punctuation → tokenize → remove stop-words → lemmatize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70632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converts cleaned text into weighted numeric vectors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92624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9784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129784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29784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scores the message against every FAQ pattern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14616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51776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51776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351776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bonus (+0.12) added to the previous turn's topic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36608" y="1828800"/>
            <a:ext cx="2084832" cy="3566160"/>
          </a:xfrm>
          <a:prstGeom prst="roundRect">
            <a:avLst>
              <a:gd name="adj" fmla="val 35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73768" y="1993392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573768" y="251460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573768" y="3063240"/>
            <a:ext cx="18105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0.35 confident match · ≥ 0.15 with context · else fallback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Predefined Intents (faq_data.py)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0" y="164592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64592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5320" y="164592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account_create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260604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account_password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60604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260604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account_delete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5661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services_offered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3566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26280" y="35661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services_pricing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356616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75320" y="356616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payments_methods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5262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payments_failed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89120" y="45262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refund_policy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38160" y="452628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452628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refund_request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54864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contact_info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89120" y="548640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54864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business_hours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138160" y="5486400"/>
            <a:ext cx="3520440" cy="77724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54864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order_tracking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conversations table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55778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id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INTEGER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Auto-incrementing primary key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user_message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What the user typed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bot_response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What the bot replied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intent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Detected intent/topic (e.g. greeting)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timestamp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TEXT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</a:rPr>
                        <a:t>When the message was logged (ISO 8601)</a:t>
                      </a:r>
                      <a:endParaRPr lang="en-US" sz="1350" dirty="0"/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035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Engine: SQLite (file-based, zero-configuration, auto-created on first run as chatbot.db)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556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whitespace-only messages rejected (client-side and server-side)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32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Non-JSON or malformed requests return a clear HTTP 400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83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31012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over 500 characters are rejected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87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NLP exceptions are caught — the server never crashes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 w="12700">
            <a:solidFill>
              <a:srgbClr val="2E74B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logging failures don't block the chatbot's reply to the user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3.9 or newer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 + virtual environment (recommended)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950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Flask==3.0.3 · nltk==3.9.1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284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scikit-learn==1.5.2 · numpy==1.26.4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673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NLTK corpora: punkt, stopwords, wordnet, omw-1.4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(bundled with Python)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80760" y="1554480"/>
            <a:ext cx="0" cy="45720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(minimum)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20116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Dual-core 1.6 GHz processor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4505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GB RAM (8 GB recommended)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88950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~200 MB free disk space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32841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 access (one-time, for install)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76732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modern web browser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4434840"/>
            <a:ext cx="5303520" cy="1691640"/>
          </a:xfrm>
          <a:prstGeom prst="roundRect">
            <a:avLst>
              <a:gd name="adj" fmla="val 432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45537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89204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Flask==3.0.3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nltk==3.9.1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scikit-learn==1.5.2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numpy==1.26.4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TF-IDF for a transformer-based sentence-embedding model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73736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multi-language support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1546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admin dashboard for conversation analytics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315468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31546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authentication and per-user chat history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72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 production WSGI server (Gunicorn) with HTTPS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4572000"/>
            <a:ext cx="5349240" cy="1188720"/>
          </a:xfrm>
          <a:prstGeom prst="roundRect">
            <a:avLst>
              <a:gd name="adj" fmla="val 538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457200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live-agent handoff for low-confidence queries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AI-Powered Customer Support Chatbot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explainable, fully offline customer support chatbot — built with Flask, NLTK &amp; scikit-learn.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2026-09-20T01:54:28Z</dcterms:created>
  <dcterms:modified xsi:type="dcterms:W3CDTF">2026-09-20T01:54:28Z</dcterms:modified>
</cp:coreProperties>
</file>